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0bdf77ae74eac" /><Relationship Type="http://schemas.openxmlformats.org/officeDocument/2006/relationships/extended-properties" Target="/docProps/app.xml" Id="R16198bb019c14646" /><Relationship Type="http://schemas.openxmlformats.org/officeDocument/2006/relationships/officeDocument" Target="/ppt/presentation.xml" Id="R09b23a40d7b6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fcdc557b941c5"/>
  </p:sldMasterIdLst>
  <p:notesMasterIdLst>
    <p:notesMasterId xmlns:r="http://schemas.openxmlformats.org/officeDocument/2006/relationships" r:id="R1a3162651f29425a"/>
  </p:notesMasterIdLst>
  <p:sldIdLst>
    <p:sldId xmlns:r="http://schemas.openxmlformats.org/officeDocument/2006/relationships" id="256" r:id="R6c89411e0fb34130"/>
    <p:sldId xmlns:r="http://schemas.openxmlformats.org/officeDocument/2006/relationships" id="257" r:id="Rb86946ed26bf473a"/>
    <p:sldId xmlns:r="http://schemas.openxmlformats.org/officeDocument/2006/relationships" id="258" r:id="Rf0ae66720de14063"/>
    <p:sldId xmlns:r="http://schemas.openxmlformats.org/officeDocument/2006/relationships" id="259" r:id="Rd11e4671d6ce4330"/>
    <p:sldId xmlns:r="http://schemas.openxmlformats.org/officeDocument/2006/relationships" id="260" r:id="R1cd81cb52c004054"/>
    <p:sldId xmlns:r="http://schemas.openxmlformats.org/officeDocument/2006/relationships" id="261" r:id="Re1bd75d9697740ff"/>
    <p:sldId xmlns:r="http://schemas.openxmlformats.org/officeDocument/2006/relationships" id="262" r:id="Rfdee74075a484a4a"/>
    <p:sldId xmlns:r="http://schemas.openxmlformats.org/officeDocument/2006/relationships" id="263" r:id="R221bcf37fbc74e8c"/>
    <p:sldId xmlns:r="http://schemas.openxmlformats.org/officeDocument/2006/relationships" id="264" r:id="R8941226cfd724b18"/>
    <p:sldId xmlns:r="http://schemas.openxmlformats.org/officeDocument/2006/relationships" id="265" r:id="R8130ef3601834b9f"/>
    <p:sldId xmlns:r="http://schemas.openxmlformats.org/officeDocument/2006/relationships" id="266" r:id="Ra79253bc5d7c41b4"/>
    <p:sldId xmlns:r="http://schemas.openxmlformats.org/officeDocument/2006/relationships" id="267" r:id="Re2124683c9a24599"/>
    <p:sldId xmlns:r="http://schemas.openxmlformats.org/officeDocument/2006/relationships" id="268" r:id="R03aaa5c791214e62"/>
    <p:sldId xmlns:r="http://schemas.openxmlformats.org/officeDocument/2006/relationships" id="269" r:id="Rd8b5f72fd5624204"/>
    <p:sldId xmlns:r="http://schemas.openxmlformats.org/officeDocument/2006/relationships" id="270" r:id="R9a3d4dcc13364966"/>
    <p:sldId xmlns:r="http://schemas.openxmlformats.org/officeDocument/2006/relationships" id="271" r:id="Rdabb482f1a114f47"/>
    <p:sldId xmlns:r="http://schemas.openxmlformats.org/officeDocument/2006/relationships" id="272" r:id="R38a742045c6a4139"/>
    <p:sldId xmlns:r="http://schemas.openxmlformats.org/officeDocument/2006/relationships" id="273" r:id="R9037f296842c4e0d"/>
    <p:sldId xmlns:r="http://schemas.openxmlformats.org/officeDocument/2006/relationships" id="274" r:id="R6010ad1fc1424a53"/>
    <p:sldId xmlns:r="http://schemas.openxmlformats.org/officeDocument/2006/relationships" id="275" r:id="Rdd5fe74508304caa"/>
    <p:sldId xmlns:r="http://schemas.openxmlformats.org/officeDocument/2006/relationships" id="276" r:id="R37fe440a792f4ee5"/>
    <p:sldId xmlns:r="http://schemas.openxmlformats.org/officeDocument/2006/relationships" id="277" r:id="R7cfb35cc821a4c8c"/>
    <p:sldId xmlns:r="http://schemas.openxmlformats.org/officeDocument/2006/relationships" id="278" r:id="Rd3cc3071cbc94b87"/>
    <p:sldId xmlns:r="http://schemas.openxmlformats.org/officeDocument/2006/relationships" id="279" r:id="R5c199bb224014626"/>
    <p:sldId xmlns:r="http://schemas.openxmlformats.org/officeDocument/2006/relationships" id="280" r:id="R1d1d3501404d4427"/>
    <p:sldId xmlns:r="http://schemas.openxmlformats.org/officeDocument/2006/relationships" id="281" r:id="Rd141407941c146c8"/>
    <p:sldId xmlns:r="http://schemas.openxmlformats.org/officeDocument/2006/relationships" id="282" r:id="Rb72010fe3f5e4bc5"/>
    <p:sldId xmlns:r="http://schemas.openxmlformats.org/officeDocument/2006/relationships" id="283" r:id="Re1433bd49ba94d85"/>
    <p:sldId xmlns:r="http://schemas.openxmlformats.org/officeDocument/2006/relationships" id="284" r:id="R56e38268c4474f35"/>
    <p:sldId xmlns:r="http://schemas.openxmlformats.org/officeDocument/2006/relationships" id="285" r:id="Rc9807f3205fb45e4"/>
    <p:sldId xmlns:r="http://schemas.openxmlformats.org/officeDocument/2006/relationships" id="286" r:id="R2f43d5c4f66c4fd3"/>
    <p:sldId xmlns:r="http://schemas.openxmlformats.org/officeDocument/2006/relationships" id="287" r:id="R0da3f49ad9fa48df"/>
    <p:sldId xmlns:r="http://schemas.openxmlformats.org/officeDocument/2006/relationships" id="288" r:id="R9e7e0ed62552403e"/>
    <p:sldId xmlns:r="http://schemas.openxmlformats.org/officeDocument/2006/relationships" id="289" r:id="R851de823d37b40db"/>
    <p:sldId xmlns:r="http://schemas.openxmlformats.org/officeDocument/2006/relationships" id="290" r:id="R3f4e99c7711e433d"/>
    <p:sldId xmlns:r="http://schemas.openxmlformats.org/officeDocument/2006/relationships" id="291" r:id="Rf500f1504ae542f9"/>
    <p:sldId xmlns:r="http://schemas.openxmlformats.org/officeDocument/2006/relationships" id="292" r:id="Rde357abe7e6b43f6"/>
    <p:sldId xmlns:r="http://schemas.openxmlformats.org/officeDocument/2006/relationships" id="293" r:id="R63d4a0e0aaad4acb"/>
    <p:sldId xmlns:r="http://schemas.openxmlformats.org/officeDocument/2006/relationships" id="294" r:id="Re23d66c39e7f4d55"/>
    <p:sldId xmlns:r="http://schemas.openxmlformats.org/officeDocument/2006/relationships" id="295" r:id="R02d3fbc80091440e"/>
    <p:sldId xmlns:r="http://schemas.openxmlformats.org/officeDocument/2006/relationships" id="296" r:id="Rd0ba494d08d749b3"/>
    <p:sldId xmlns:r="http://schemas.openxmlformats.org/officeDocument/2006/relationships" id="297" r:id="Rf0ec0d19e03743a2"/>
    <p:sldId xmlns:r="http://schemas.openxmlformats.org/officeDocument/2006/relationships" id="298" r:id="R449fea133a064ace"/>
    <p:sldId xmlns:r="http://schemas.openxmlformats.org/officeDocument/2006/relationships" id="299" r:id="R66f88b1e1e6c4b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96fd0c60364e52" /><Relationship Type="http://schemas.openxmlformats.org/officeDocument/2006/relationships/slideMaster" Target="/ppt/slideMasters/slideMaster1.xml" Id="Rd87fcdc557b941c5" /><Relationship Type="http://schemas.openxmlformats.org/officeDocument/2006/relationships/notesMaster" Target="/ppt/notesMasters/notesMaster1.xml" Id="R1a3162651f29425a" /><Relationship Type="http://schemas.openxmlformats.org/officeDocument/2006/relationships/presProps" Target="/ppt/presProps.xml" Id="Raf54e2e5533d4b1a" /><Relationship Type="http://schemas.openxmlformats.org/officeDocument/2006/relationships/tableStyles" Target="/ppt/tableStyles.xml" Id="R032e797f7df64050" /><Relationship Type="http://schemas.openxmlformats.org/officeDocument/2006/relationships/slide" Target="/ppt/slides/slide1.xml" Id="R6c89411e0fb34130" /><Relationship Type="http://schemas.openxmlformats.org/officeDocument/2006/relationships/slide" Target="/ppt/slides/slide2.xml" Id="Rb86946ed26bf473a" /><Relationship Type="http://schemas.openxmlformats.org/officeDocument/2006/relationships/slide" Target="/ppt/slides/slide3.xml" Id="Rf0ae66720de14063" /><Relationship Type="http://schemas.openxmlformats.org/officeDocument/2006/relationships/slide" Target="/ppt/slides/slide4.xml" Id="Rd11e4671d6ce4330" /><Relationship Type="http://schemas.openxmlformats.org/officeDocument/2006/relationships/slide" Target="/ppt/slides/slide5.xml" Id="R1cd81cb52c004054" /><Relationship Type="http://schemas.openxmlformats.org/officeDocument/2006/relationships/slide" Target="/ppt/slides/slide6.xml" Id="Re1bd75d9697740ff" /><Relationship Type="http://schemas.openxmlformats.org/officeDocument/2006/relationships/slide" Target="/ppt/slides/slide7.xml" Id="Rfdee74075a484a4a" /><Relationship Type="http://schemas.openxmlformats.org/officeDocument/2006/relationships/slide" Target="/ppt/slides/slide8.xml" Id="R221bcf37fbc74e8c" /><Relationship Type="http://schemas.openxmlformats.org/officeDocument/2006/relationships/slide" Target="/ppt/slides/slide9.xml" Id="R8941226cfd724b18" /><Relationship Type="http://schemas.openxmlformats.org/officeDocument/2006/relationships/slide" Target="/ppt/slides/slide10.xml" Id="R8130ef3601834b9f" /><Relationship Type="http://schemas.openxmlformats.org/officeDocument/2006/relationships/slide" Target="/ppt/slides/slide11.xml" Id="Ra79253bc5d7c41b4" /><Relationship Type="http://schemas.openxmlformats.org/officeDocument/2006/relationships/slide" Target="/ppt/slides/slide12.xml" Id="Re2124683c9a24599" /><Relationship Type="http://schemas.openxmlformats.org/officeDocument/2006/relationships/slide" Target="/ppt/slides/slide13.xml" Id="R03aaa5c791214e62" /><Relationship Type="http://schemas.openxmlformats.org/officeDocument/2006/relationships/slide" Target="/ppt/slides/slide14.xml" Id="Rd8b5f72fd5624204" /><Relationship Type="http://schemas.openxmlformats.org/officeDocument/2006/relationships/slide" Target="/ppt/slides/slide15.xml" Id="R9a3d4dcc13364966" /><Relationship Type="http://schemas.openxmlformats.org/officeDocument/2006/relationships/slide" Target="/ppt/slides/slide16.xml" Id="Rdabb482f1a114f47" /><Relationship Type="http://schemas.openxmlformats.org/officeDocument/2006/relationships/slide" Target="/ppt/slides/slide17.xml" Id="R38a742045c6a4139" /><Relationship Type="http://schemas.openxmlformats.org/officeDocument/2006/relationships/slide" Target="/ppt/slides/slide18.xml" Id="R9037f296842c4e0d" /><Relationship Type="http://schemas.openxmlformats.org/officeDocument/2006/relationships/slide" Target="/ppt/slides/slide19.xml" Id="R6010ad1fc1424a53" /><Relationship Type="http://schemas.openxmlformats.org/officeDocument/2006/relationships/slide" Target="/ppt/slides/slide20.xml" Id="Rdd5fe74508304caa" /><Relationship Type="http://schemas.openxmlformats.org/officeDocument/2006/relationships/slide" Target="/ppt/slides/slide21.xml" Id="R37fe440a792f4ee5" /><Relationship Type="http://schemas.openxmlformats.org/officeDocument/2006/relationships/slide" Target="/ppt/slides/slide22.xml" Id="R7cfb35cc821a4c8c" /><Relationship Type="http://schemas.openxmlformats.org/officeDocument/2006/relationships/slide" Target="/ppt/slides/slide23.xml" Id="Rd3cc3071cbc94b87" /><Relationship Type="http://schemas.openxmlformats.org/officeDocument/2006/relationships/slide" Target="/ppt/slides/slide24.xml" Id="R5c199bb224014626" /><Relationship Type="http://schemas.openxmlformats.org/officeDocument/2006/relationships/slide" Target="/ppt/slides/slide25.xml" Id="R1d1d3501404d4427" /><Relationship Type="http://schemas.openxmlformats.org/officeDocument/2006/relationships/slide" Target="/ppt/slides/slide26.xml" Id="Rd141407941c146c8" /><Relationship Type="http://schemas.openxmlformats.org/officeDocument/2006/relationships/slide" Target="/ppt/slides/slide27.xml" Id="Rb72010fe3f5e4bc5" /><Relationship Type="http://schemas.openxmlformats.org/officeDocument/2006/relationships/slide" Target="/ppt/slides/slide28.xml" Id="Re1433bd49ba94d85" /><Relationship Type="http://schemas.openxmlformats.org/officeDocument/2006/relationships/slide" Target="/ppt/slides/slide29.xml" Id="R56e38268c4474f35" /><Relationship Type="http://schemas.openxmlformats.org/officeDocument/2006/relationships/slide" Target="/ppt/slides/slide30.xml" Id="Rc9807f3205fb45e4" /><Relationship Type="http://schemas.openxmlformats.org/officeDocument/2006/relationships/slide" Target="/ppt/slides/slide31.xml" Id="R2f43d5c4f66c4fd3" /><Relationship Type="http://schemas.openxmlformats.org/officeDocument/2006/relationships/slide" Target="/ppt/slides/slide32.xml" Id="R0da3f49ad9fa48df" /><Relationship Type="http://schemas.openxmlformats.org/officeDocument/2006/relationships/slide" Target="/ppt/slides/slide33.xml" Id="R9e7e0ed62552403e" /><Relationship Type="http://schemas.openxmlformats.org/officeDocument/2006/relationships/slide" Target="/ppt/slides/slide34.xml" Id="R851de823d37b40db" /><Relationship Type="http://schemas.openxmlformats.org/officeDocument/2006/relationships/slide" Target="/ppt/slides/slide35.xml" Id="R3f4e99c7711e433d" /><Relationship Type="http://schemas.openxmlformats.org/officeDocument/2006/relationships/slide" Target="/ppt/slides/slide36.xml" Id="Rf500f1504ae542f9" /><Relationship Type="http://schemas.openxmlformats.org/officeDocument/2006/relationships/slide" Target="/ppt/slides/slide37.xml" Id="Rde357abe7e6b43f6" /><Relationship Type="http://schemas.openxmlformats.org/officeDocument/2006/relationships/slide" Target="/ppt/slides/slide38.xml" Id="R63d4a0e0aaad4acb" /><Relationship Type="http://schemas.openxmlformats.org/officeDocument/2006/relationships/slide" Target="/ppt/slides/slide39.xml" Id="Re23d66c39e7f4d55" /><Relationship Type="http://schemas.openxmlformats.org/officeDocument/2006/relationships/slide" Target="/ppt/slides/slide40.xml" Id="R02d3fbc80091440e" /><Relationship Type="http://schemas.openxmlformats.org/officeDocument/2006/relationships/slide" Target="/ppt/slides/slide41.xml" Id="Rd0ba494d08d749b3" /><Relationship Type="http://schemas.openxmlformats.org/officeDocument/2006/relationships/slide" Target="/ppt/slides/slide42.xml" Id="Rf0ec0d19e03743a2" /><Relationship Type="http://schemas.openxmlformats.org/officeDocument/2006/relationships/slide" Target="/ppt/slides/slide43.xml" Id="R449fea133a064ace" /><Relationship Type="http://schemas.openxmlformats.org/officeDocument/2006/relationships/slide" Target="/ppt/slides/slide44.xml" Id="R66f88b1e1e6c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e04403822d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c0451cec34a95" /><Relationship Type="http://schemas.openxmlformats.org/officeDocument/2006/relationships/notesMaster" Target="/ppt/notesMasters/notesMaster1.xml" Id="Rd1b42f519a20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354c82acd4e79" /><Relationship Type="http://schemas.openxmlformats.org/officeDocument/2006/relationships/notesMaster" Target="/ppt/notesMasters/notesMaster1.xml" Id="Rf97ab36da7cd4f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7e3bea8a74fdc" /><Relationship Type="http://schemas.openxmlformats.org/officeDocument/2006/relationships/notesMaster" Target="/ppt/notesMasters/notesMaster1.xml" Id="R8dd2aa6b7ef6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cd7816ecae4bf8" /><Relationship Type="http://schemas.openxmlformats.org/officeDocument/2006/relationships/notesMaster" Target="/ppt/notesMasters/notesMaster1.xml" Id="R8c7d40ac176a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7a1ae0f3c44b73" /><Relationship Type="http://schemas.openxmlformats.org/officeDocument/2006/relationships/notesMaster" Target="/ppt/notesMasters/notesMaster1.xml" Id="Rdac36dc183b4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4e8c05333487c" /><Relationship Type="http://schemas.openxmlformats.org/officeDocument/2006/relationships/notesMaster" Target="/ppt/notesMasters/notesMaster1.xml" Id="R905a53ef92a04f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b3ef238e7d49e2" /><Relationship Type="http://schemas.openxmlformats.org/officeDocument/2006/relationships/notesMaster" Target="/ppt/notesMasters/notesMaster1.xml" Id="Rbcf39bbc541042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5012bec2e485c" /><Relationship Type="http://schemas.openxmlformats.org/officeDocument/2006/relationships/notesMaster" Target="/ppt/notesMasters/notesMaster1.xml" Id="R888baf22cf3d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ae37f7ced646eb" /><Relationship Type="http://schemas.openxmlformats.org/officeDocument/2006/relationships/notesMaster" Target="/ppt/notesMasters/notesMaster1.xml" Id="Rc1af64719d644a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de1ee857664d0a" /><Relationship Type="http://schemas.openxmlformats.org/officeDocument/2006/relationships/notesMaster" Target="/ppt/notesMasters/notesMaster1.xml" Id="R91aef011fa3847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39b9cd9a76471a" /><Relationship Type="http://schemas.openxmlformats.org/officeDocument/2006/relationships/notesMaster" Target="/ppt/notesMasters/notesMaster1.xml" Id="Rf0f06daea8ac4b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c260ec6621444f" /><Relationship Type="http://schemas.openxmlformats.org/officeDocument/2006/relationships/notesMaster" Target="/ppt/notesMasters/notesMaster1.xml" Id="R12b8d9b8227d40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c5ee86c0e5447b" /><Relationship Type="http://schemas.openxmlformats.org/officeDocument/2006/relationships/notesMaster" Target="/ppt/notesMasters/notesMaster1.xml" Id="R2a7be4f8861a48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331ecf43f04b82" /><Relationship Type="http://schemas.openxmlformats.org/officeDocument/2006/relationships/notesMaster" Target="/ppt/notesMasters/notesMaster1.xml" Id="Rd12f72d7b8134f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4ca9de86b24895" /><Relationship Type="http://schemas.openxmlformats.org/officeDocument/2006/relationships/notesMaster" Target="/ppt/notesMasters/notesMaster1.xml" Id="R6fe6f68f284140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bd3552b06a4084" /><Relationship Type="http://schemas.openxmlformats.org/officeDocument/2006/relationships/notesMaster" Target="/ppt/notesMasters/notesMaster1.xml" Id="Rfdb21f21571c44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12508181a348f2" /><Relationship Type="http://schemas.openxmlformats.org/officeDocument/2006/relationships/notesMaster" Target="/ppt/notesMasters/notesMaster1.xml" Id="R1af12ca08a4544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238b6f473a4734" /><Relationship Type="http://schemas.openxmlformats.org/officeDocument/2006/relationships/notesMaster" Target="/ppt/notesMasters/notesMaster1.xml" Id="Rb4aaacbd198942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9254f809634840" /><Relationship Type="http://schemas.openxmlformats.org/officeDocument/2006/relationships/notesMaster" Target="/ppt/notesMasters/notesMaster1.xml" Id="Rabf0838bd54349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21c6fc0b824814" /><Relationship Type="http://schemas.openxmlformats.org/officeDocument/2006/relationships/notesMaster" Target="/ppt/notesMasters/notesMaster1.xml" Id="Rd6561c2507784b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c046c5548c47a5" /><Relationship Type="http://schemas.openxmlformats.org/officeDocument/2006/relationships/notesMaster" Target="/ppt/notesMasters/notesMaster1.xml" Id="Rd89375a68d3e49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51a5c48a8e48be" /><Relationship Type="http://schemas.openxmlformats.org/officeDocument/2006/relationships/notesMaster" Target="/ppt/notesMasters/notesMaster1.xml" Id="Rf29f63aaa52c46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bd2fbccf5740f0" /><Relationship Type="http://schemas.openxmlformats.org/officeDocument/2006/relationships/notesMaster" Target="/ppt/notesMasters/notesMaster1.xml" Id="R5821074353dd4b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07f6df770b4a44" /><Relationship Type="http://schemas.openxmlformats.org/officeDocument/2006/relationships/notesMaster" Target="/ppt/notesMasters/notesMaster1.xml" Id="R6d7220f4c3f543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2c6e9cb6864ecd" /><Relationship Type="http://schemas.openxmlformats.org/officeDocument/2006/relationships/notesMaster" Target="/ppt/notesMasters/notesMaster1.xml" Id="Rd01187a4831440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d805a1b7504e7c" /><Relationship Type="http://schemas.openxmlformats.org/officeDocument/2006/relationships/notesMaster" Target="/ppt/notesMasters/notesMaster1.xml" Id="Rc1836a99d38641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7c3cd0bbf04d8b" /><Relationship Type="http://schemas.openxmlformats.org/officeDocument/2006/relationships/notesMaster" Target="/ppt/notesMasters/notesMaster1.xml" Id="R0abb3067c7fa42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300afa07ba48bf" /><Relationship Type="http://schemas.openxmlformats.org/officeDocument/2006/relationships/notesMaster" Target="/ppt/notesMasters/notesMaster1.xml" Id="R38b487fd190846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7657fcb3504f29" /><Relationship Type="http://schemas.openxmlformats.org/officeDocument/2006/relationships/notesMaster" Target="/ppt/notesMasters/notesMaster1.xml" Id="Ra8956d186d5c439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4f53a80c9840ab" /><Relationship Type="http://schemas.openxmlformats.org/officeDocument/2006/relationships/notesMaster" Target="/ppt/notesMasters/notesMaster1.xml" Id="R9b608aaea4da46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e4dabba6c2451a" /><Relationship Type="http://schemas.openxmlformats.org/officeDocument/2006/relationships/notesMaster" Target="/ppt/notesMasters/notesMaster1.xml" Id="Rd812b1a086f34b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cb0d61dd974a66" /><Relationship Type="http://schemas.openxmlformats.org/officeDocument/2006/relationships/notesMaster" Target="/ppt/notesMasters/notesMaster1.xml" Id="Rf3b4082cd1a642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b66732f6d0e456d" /><Relationship Type="http://schemas.openxmlformats.org/officeDocument/2006/relationships/notesMaster" Target="/ppt/notesMasters/notesMaster1.xml" Id="R6528b5fb7b484a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0c74597151547ac" /><Relationship Type="http://schemas.openxmlformats.org/officeDocument/2006/relationships/notesMaster" Target="/ppt/notesMasters/notesMaster1.xml" Id="R9a20dcabaaa64f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e951cae33f44d12" /><Relationship Type="http://schemas.openxmlformats.org/officeDocument/2006/relationships/notesMaster" Target="/ppt/notesMasters/notesMaster1.xml" Id="R17a252edef6a493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aa80337aac7420f" /><Relationship Type="http://schemas.openxmlformats.org/officeDocument/2006/relationships/notesMaster" Target="/ppt/notesMasters/notesMaster1.xml" Id="R88fd9dcced404e8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a159dac8a3c4af1" /><Relationship Type="http://schemas.openxmlformats.org/officeDocument/2006/relationships/notesMaster" Target="/ppt/notesMasters/notesMaster1.xml" Id="Rc81c132b07b04d7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87b842fcc6447e8" /><Relationship Type="http://schemas.openxmlformats.org/officeDocument/2006/relationships/notesMaster" Target="/ppt/notesMasters/notesMaster1.xml" Id="R46ffacfed4dc4f0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6fe08ed31bd4439" /><Relationship Type="http://schemas.openxmlformats.org/officeDocument/2006/relationships/notesMaster" Target="/ppt/notesMasters/notesMaster1.xml" Id="R3ef973c13736483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7637e3262204ef2" /><Relationship Type="http://schemas.openxmlformats.org/officeDocument/2006/relationships/notesMaster" Target="/ppt/notesMasters/notesMaster1.xml" Id="R41ba6ac9365442b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3f8a03f976449a5" /><Relationship Type="http://schemas.openxmlformats.org/officeDocument/2006/relationships/notesMaster" Target="/ppt/notesMasters/notesMaster1.xml" Id="R31077382f52640b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9e649395060448a" /><Relationship Type="http://schemas.openxmlformats.org/officeDocument/2006/relationships/notesMaster" Target="/ppt/notesMasters/notesMaster1.xml" Id="R5a253cf3760348c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335cd01f0e3425b" /><Relationship Type="http://schemas.openxmlformats.org/officeDocument/2006/relationships/notesMaster" Target="/ppt/notesMasters/notesMaster1.xml" Id="Rdcc26d07e347449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8133a2555ef4b51" /><Relationship Type="http://schemas.openxmlformats.org/officeDocument/2006/relationships/notesMaster" Target="/ppt/notesMasters/notesMaster1.xml" Id="R52c28efd7c21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295728bfe42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fa528c41141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491932f6549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5dfe9a2914c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98285a2a048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8ce33687345c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1a5df5ca640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710942cc347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d98ba107f40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02fed1e2a44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dac708bc749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226a9b876e4745" /><Relationship Type="http://schemas.openxmlformats.org/officeDocument/2006/relationships/slideLayout" Target="/ppt/slideLayouts/slideLayout1.xml" Id="Rd17bb84f7a4e4d5d" /><Relationship Type="http://schemas.openxmlformats.org/officeDocument/2006/relationships/slideLayout" Target="/ppt/slideLayouts/slideLayout2.xml" Id="Rd7e97ebcd2db4aa0" /><Relationship Type="http://schemas.openxmlformats.org/officeDocument/2006/relationships/slideLayout" Target="/ppt/slideLayouts/slideLayout3.xml" Id="R83a8f79c28e847d4" /><Relationship Type="http://schemas.openxmlformats.org/officeDocument/2006/relationships/slideLayout" Target="/ppt/slideLayouts/slideLayout4.xml" Id="Rbda52992ce2d4c7f" /><Relationship Type="http://schemas.openxmlformats.org/officeDocument/2006/relationships/slideLayout" Target="/ppt/slideLayouts/slideLayout5.xml" Id="R0605e271eaef4fb7" /><Relationship Type="http://schemas.openxmlformats.org/officeDocument/2006/relationships/slideLayout" Target="/ppt/slideLayouts/slideLayout6.xml" Id="Rf85aa32d318c4a82" /><Relationship Type="http://schemas.openxmlformats.org/officeDocument/2006/relationships/slideLayout" Target="/ppt/slideLayouts/slideLayout7.xml" Id="Rb067be61f84947db" /><Relationship Type="http://schemas.openxmlformats.org/officeDocument/2006/relationships/slideLayout" Target="/ppt/slideLayouts/slideLayout8.xml" Id="Rae84203d3cd24a27" /><Relationship Type="http://schemas.openxmlformats.org/officeDocument/2006/relationships/slideLayout" Target="/ppt/slideLayouts/slideLayout9.xml" Id="R49e818b7e46f448f" /><Relationship Type="http://schemas.openxmlformats.org/officeDocument/2006/relationships/slideLayout" Target="/ppt/slideLayouts/slideLayout10.xml" Id="Rb4eadedd080c4ca1" /><Relationship Type="http://schemas.openxmlformats.org/officeDocument/2006/relationships/slideLayout" Target="/ppt/slideLayouts/slideLayout11.xml" Id="R07a02ca5a2e94f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bb84f7a4e4d5d"/>
    <p:sldLayoutId xmlns:r="http://schemas.openxmlformats.org/officeDocument/2006/relationships" id="2147483650" r:id="Rd7e97ebcd2db4aa0"/>
    <p:sldLayoutId xmlns:r="http://schemas.openxmlformats.org/officeDocument/2006/relationships" id="2147483651" r:id="R83a8f79c28e847d4"/>
    <p:sldLayoutId xmlns:r="http://schemas.openxmlformats.org/officeDocument/2006/relationships" id="2147483652" r:id="Rbda52992ce2d4c7f"/>
    <p:sldLayoutId xmlns:r="http://schemas.openxmlformats.org/officeDocument/2006/relationships" id="2147483653" r:id="R0605e271eaef4fb7"/>
    <p:sldLayoutId xmlns:r="http://schemas.openxmlformats.org/officeDocument/2006/relationships" id="2147483654" r:id="Rf85aa32d318c4a82"/>
    <p:sldLayoutId xmlns:r="http://schemas.openxmlformats.org/officeDocument/2006/relationships" id="2147483655" r:id="Rb067be61f84947db"/>
    <p:sldLayoutId xmlns:r="http://schemas.openxmlformats.org/officeDocument/2006/relationships" id="2147483656" r:id="Rae84203d3cd24a27"/>
    <p:sldLayoutId xmlns:r="http://schemas.openxmlformats.org/officeDocument/2006/relationships" id="2147483657" r:id="R49e818b7e46f448f"/>
    <p:sldLayoutId xmlns:r="http://schemas.openxmlformats.org/officeDocument/2006/relationships" id="2147483658" r:id="Rb4eadedd080c4ca1"/>
    <p:sldLayoutId xmlns:r="http://schemas.openxmlformats.org/officeDocument/2006/relationships" id="2147483659" r:id="R07a02ca5a2e94f3c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8705e80eea4f3b" /><Relationship Type="http://schemas.openxmlformats.org/officeDocument/2006/relationships/image" Target="/ppt/media/image.png" Id="R57b02edd2be64dd6" /><Relationship Type="http://schemas.openxmlformats.org/officeDocument/2006/relationships/notesSlide" Target="/ppt/notesSlides/notesSlide1.xml" Id="Rdb0488c54aa6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98ba4fd3b04d69" /><Relationship Type="http://schemas.openxmlformats.org/officeDocument/2006/relationships/notesSlide" Target="/ppt/notesSlides/notesSlide2.xml" Id="Rd29709ea89794e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e47d0661524864" /><Relationship Type="http://schemas.openxmlformats.org/officeDocument/2006/relationships/notesSlide" Target="/ppt/notesSlides/notesSlide3.xml" Id="Rec93352d8a24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893bca732b4781" /><Relationship Type="http://schemas.openxmlformats.org/officeDocument/2006/relationships/chart" Target="/ppt/slides/charts/chart1.xml" Id="R585d6e3ff59a4112" /><Relationship Type="http://schemas.openxmlformats.org/officeDocument/2006/relationships/notesSlide" Target="/ppt/notesSlides/notesSlide4.xml" Id="Rbf1490f2e67f40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699bbfa8184ee9" /><Relationship Type="http://schemas.openxmlformats.org/officeDocument/2006/relationships/notesSlide" Target="/ppt/notesSlides/notesSlide5.xml" Id="R57cc35dc2c82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e7d20a553d446b" /><Relationship Type="http://schemas.openxmlformats.org/officeDocument/2006/relationships/image" Target="/ppt/media/image2.png" Id="R1d17e2eb5187426c" /><Relationship Type="http://schemas.openxmlformats.org/officeDocument/2006/relationships/notesSlide" Target="/ppt/notesSlides/notesSlide6.xml" Id="Rb5e3665abb86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e33735457e4697" /><Relationship Type="http://schemas.openxmlformats.org/officeDocument/2006/relationships/notesSlide" Target="/ppt/notesSlides/notesSlide7.xml" Id="R0cb9e8a2132044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9e297e0894389" /><Relationship Type="http://schemas.openxmlformats.org/officeDocument/2006/relationships/notesSlide" Target="/ppt/notesSlides/notesSlide8.xml" Id="R7a5e2501eaa242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3c56b4431c47bf" /><Relationship Type="http://schemas.openxmlformats.org/officeDocument/2006/relationships/image" Target="/ppt/media/image3.png" Id="R037a3066be75460b" /><Relationship Type="http://schemas.openxmlformats.org/officeDocument/2006/relationships/image" Target="/ppt/media/image4.png" Id="R80383717336c41fd" /><Relationship Type="http://schemas.openxmlformats.org/officeDocument/2006/relationships/image" Target="/ppt/media/image5.png" Id="R7fe912b4a90e4c90" /><Relationship Type="http://schemas.openxmlformats.org/officeDocument/2006/relationships/image" Target="/ppt/media/image6.png" Id="R10820b4ed28e45fc" /><Relationship Type="http://schemas.openxmlformats.org/officeDocument/2006/relationships/image" Target="/ppt/media/image.svg" Id="R2934f76e17354c73" /><Relationship Type="http://schemas.openxmlformats.org/officeDocument/2006/relationships/notesSlide" Target="/ppt/notesSlides/notesSlide9.xml" Id="R855906ebf4474d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fe3ca494194125" /><Relationship Type="http://schemas.openxmlformats.org/officeDocument/2006/relationships/image" Target="/ppt/media/image3.png" Id="R5fcd98a196d94ce6" /><Relationship Type="http://schemas.openxmlformats.org/officeDocument/2006/relationships/image" Target="/ppt/media/image4.png" Id="R0ab8cf83a114405f" /><Relationship Type="http://schemas.openxmlformats.org/officeDocument/2006/relationships/image" Target="/ppt/media/image5.png" Id="R830112f630674a1b" /><Relationship Type="http://schemas.openxmlformats.org/officeDocument/2006/relationships/image" Target="/ppt/media/image7.png" Id="R1606476502524e8d" /><Relationship Type="http://schemas.openxmlformats.org/officeDocument/2006/relationships/image" Target="/ppt/media/image2.svg" Id="Rd5747a59bf8b48f9" /><Relationship Type="http://schemas.openxmlformats.org/officeDocument/2006/relationships/image" Target="/ppt/media/image6.png" Id="Rc6133ed4631f4b08" /><Relationship Type="http://schemas.openxmlformats.org/officeDocument/2006/relationships/image" Target="/ppt/media/image.svg" Id="R0c3aa7f1f8ef4d55" /><Relationship Type="http://schemas.openxmlformats.org/officeDocument/2006/relationships/notesSlide" Target="/ppt/notesSlides/notesSlide10.xml" Id="R26a24d88297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965d5128b843d5" /><Relationship Type="http://schemas.openxmlformats.org/officeDocument/2006/relationships/image" Target="/ppt/media/image3.png" Id="Rea9d100467e84eef" /><Relationship Type="http://schemas.openxmlformats.org/officeDocument/2006/relationships/image" Target="/ppt/media/image4.png" Id="R2b07ae57261f4f0a" /><Relationship Type="http://schemas.openxmlformats.org/officeDocument/2006/relationships/image" Target="/ppt/media/image5.png" Id="R854c2877b9404dc3" /><Relationship Type="http://schemas.openxmlformats.org/officeDocument/2006/relationships/image" Target="/ppt/media/image7.png" Id="R4cb326916f65473e" /><Relationship Type="http://schemas.openxmlformats.org/officeDocument/2006/relationships/image" Target="/ppt/media/image2.svg" Id="Rb493d7e53548430f" /><Relationship Type="http://schemas.openxmlformats.org/officeDocument/2006/relationships/image" Target="/ppt/media/image6.png" Id="R4459f7a8ad2a4460" /><Relationship Type="http://schemas.openxmlformats.org/officeDocument/2006/relationships/image" Target="/ppt/media/image.svg" Id="Re706b4d6062940c0" /><Relationship Type="http://schemas.openxmlformats.org/officeDocument/2006/relationships/notesSlide" Target="/ppt/notesSlides/notesSlide11.xml" Id="Rf0d360bd340144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80c5bac1424a94" /><Relationship Type="http://schemas.openxmlformats.org/officeDocument/2006/relationships/image" Target="/ppt/media/image3.png" Id="R526b33864e8747ea" /><Relationship Type="http://schemas.openxmlformats.org/officeDocument/2006/relationships/image" Target="/ppt/media/image4.png" Id="R8bc1e61371e84bf6" /><Relationship Type="http://schemas.openxmlformats.org/officeDocument/2006/relationships/image" Target="/ppt/media/image5.png" Id="Rf383e44605ef42d0" /><Relationship Type="http://schemas.openxmlformats.org/officeDocument/2006/relationships/image" Target="/ppt/media/image7.png" Id="R482cce64c8c44eb4" /><Relationship Type="http://schemas.openxmlformats.org/officeDocument/2006/relationships/image" Target="/ppt/media/image2.svg" Id="Rac2ed7f6126544bc" /><Relationship Type="http://schemas.openxmlformats.org/officeDocument/2006/relationships/image" Target="/ppt/media/image6.png" Id="R6dd3f0ed69604a58" /><Relationship Type="http://schemas.openxmlformats.org/officeDocument/2006/relationships/image" Target="/ppt/media/image.svg" Id="Re1b735c0701f4cf9" /><Relationship Type="http://schemas.openxmlformats.org/officeDocument/2006/relationships/notesSlide" Target="/ppt/notesSlides/notesSlide12.xml" Id="R420385b366f344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8b7c7d9bc04b32" /><Relationship Type="http://schemas.openxmlformats.org/officeDocument/2006/relationships/notesSlide" Target="/ppt/notesSlides/notesSlide13.xml" Id="R684032b75ad747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b0de1d04c940e9" /><Relationship Type="http://schemas.openxmlformats.org/officeDocument/2006/relationships/notesSlide" Target="/ppt/notesSlides/notesSlide14.xml" Id="Re6f18346798c40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c6d8c4a1814b21" /><Relationship Type="http://schemas.openxmlformats.org/officeDocument/2006/relationships/notesSlide" Target="/ppt/notesSlides/notesSlide15.xml" Id="Rbbc8c7abb8154f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272f977e9a4f6c" /><Relationship Type="http://schemas.openxmlformats.org/officeDocument/2006/relationships/notesSlide" Target="/ppt/notesSlides/notesSlide16.xml" Id="R3e9566ee387e41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f4c1fad54549b5" /><Relationship Type="http://schemas.openxmlformats.org/officeDocument/2006/relationships/notesSlide" Target="/ppt/notesSlides/notesSlide17.xml" Id="R20a8fd45a0c047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ec60cd0314426f" /><Relationship Type="http://schemas.openxmlformats.org/officeDocument/2006/relationships/notesSlide" Target="/ppt/notesSlides/notesSlide18.xml" Id="R4da5f2343a5747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49ec721d984c4d" /><Relationship Type="http://schemas.openxmlformats.org/officeDocument/2006/relationships/notesSlide" Target="/ppt/notesSlides/notesSlide19.xml" Id="R3e1844804d8648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49639a3cf0448d" /><Relationship Type="http://schemas.openxmlformats.org/officeDocument/2006/relationships/notesSlide" Target="/ppt/notesSlides/notesSlide20.xml" Id="R1a59c0c3fb4a43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677ff10ed74871" /><Relationship Type="http://schemas.openxmlformats.org/officeDocument/2006/relationships/notesSlide" Target="/ppt/notesSlides/notesSlide21.xml" Id="R65474167de9e43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168893ec0e4136" /><Relationship Type="http://schemas.openxmlformats.org/officeDocument/2006/relationships/notesSlide" Target="/ppt/notesSlides/notesSlide22.xml" Id="Rdfdd30b5290c4b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8bb77bf057402f" /><Relationship Type="http://schemas.openxmlformats.org/officeDocument/2006/relationships/notesSlide" Target="/ppt/notesSlides/notesSlide23.xml" Id="R763ec8f08d6f4f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f795fc96094f08" /><Relationship Type="http://schemas.openxmlformats.org/officeDocument/2006/relationships/notesSlide" Target="/ppt/notesSlides/notesSlide24.xml" Id="R23d4ec164f224f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efbe3288ab4da5" /><Relationship Type="http://schemas.openxmlformats.org/officeDocument/2006/relationships/notesSlide" Target="/ppt/notesSlides/notesSlide25.xml" Id="R921eb058b7b445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9d528bf684e38" /><Relationship Type="http://schemas.openxmlformats.org/officeDocument/2006/relationships/notesSlide" Target="/ppt/notesSlides/notesSlide26.xml" Id="R02489eb083c644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72b2bb31b446b6" /><Relationship Type="http://schemas.openxmlformats.org/officeDocument/2006/relationships/notesSlide" Target="/ppt/notesSlides/notesSlide27.xml" Id="Rf32102dcf3b742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8a9ff4df22400f" /><Relationship Type="http://schemas.openxmlformats.org/officeDocument/2006/relationships/notesSlide" Target="/ppt/notesSlides/notesSlide28.xml" Id="Rdb62198bc2724a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cfd51028174bb5" /><Relationship Type="http://schemas.openxmlformats.org/officeDocument/2006/relationships/notesSlide" Target="/ppt/notesSlides/notesSlide29.xml" Id="R63b97da3787049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587e8158447df" /><Relationship Type="http://schemas.openxmlformats.org/officeDocument/2006/relationships/notesSlide" Target="/ppt/notesSlides/notesSlide30.xml" Id="Rd0a4912a2bc440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225b856b734b27" /><Relationship Type="http://schemas.openxmlformats.org/officeDocument/2006/relationships/notesSlide" Target="/ppt/notesSlides/notesSlide31.xml" Id="R9e4d93b664a248b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d4d242d5ac4aa5" /><Relationship Type="http://schemas.openxmlformats.org/officeDocument/2006/relationships/notesSlide" Target="/ppt/notesSlides/notesSlide32.xml" Id="R132b2db5fda14c4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a1b5479bad4287" /><Relationship Type="http://schemas.openxmlformats.org/officeDocument/2006/relationships/notesSlide" Target="/ppt/notesSlides/notesSlide33.xml" Id="R390757a171c24b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4ec6656fa944fe" /><Relationship Type="http://schemas.openxmlformats.org/officeDocument/2006/relationships/image" Target="/ppt/media/image8.png" Id="Rfc914f86a46241b7" /><Relationship Type="http://schemas.openxmlformats.org/officeDocument/2006/relationships/notesSlide" Target="/ppt/notesSlides/notesSlide34.xml" Id="R65140ad8dba847b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ad860392df49e9" /><Relationship Type="http://schemas.openxmlformats.org/officeDocument/2006/relationships/notesSlide" Target="/ppt/notesSlides/notesSlide35.xml" Id="Rdf2dde89da5745f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12c4ba09674049" /><Relationship Type="http://schemas.openxmlformats.org/officeDocument/2006/relationships/notesSlide" Target="/ppt/notesSlides/notesSlide36.xml" Id="R5406744b4e874c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4c2fb2a2964dcd" /><Relationship Type="http://schemas.openxmlformats.org/officeDocument/2006/relationships/notesSlide" Target="/ppt/notesSlides/notesSlide37.xml" Id="Ref3014b3f63b40e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76954c128f4ddc" /><Relationship Type="http://schemas.openxmlformats.org/officeDocument/2006/relationships/notesSlide" Target="/ppt/notesSlides/notesSlide38.xml" Id="R4c79a3ecfd4740d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8f943c91eb41d8" /><Relationship Type="http://schemas.openxmlformats.org/officeDocument/2006/relationships/notesSlide" Target="/ppt/notesSlides/notesSlide39.xml" Id="R23274255c8c9422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d2140476b64ca9" /><Relationship Type="http://schemas.openxmlformats.org/officeDocument/2006/relationships/notesSlide" Target="/ppt/notesSlides/notesSlide40.xml" Id="Rd6f63053f832413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4d945613b44c98" /><Relationship Type="http://schemas.openxmlformats.org/officeDocument/2006/relationships/notesSlide" Target="/ppt/notesSlides/notesSlide41.xml" Id="R328d559f7639472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aa0d5be94b497f" /><Relationship Type="http://schemas.openxmlformats.org/officeDocument/2006/relationships/notesSlide" Target="/ppt/notesSlides/notesSlide42.xml" Id="R0beeacf7bde546a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fae73b259b47e0" /><Relationship Type="http://schemas.openxmlformats.org/officeDocument/2006/relationships/notesSlide" Target="/ppt/notesSlides/notesSlide43.xml" Id="R1fbb28b4237b453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25739d96324dff" /><Relationship Type="http://schemas.openxmlformats.org/officeDocument/2006/relationships/notesSlide" Target="/ppt/notesSlides/notesSlide44.xml" Id="Re4fa7f61f01b46b9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 분쟁 및 법률 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과실비율·과태료/범칙금·보험 대응·법률 근거를 사건 중심으로 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21" name="그림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1166477" y="122764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808718" y="1023404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3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286195" y="2028506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4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802038" y="3015365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5785567" y="3679196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6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1193085" y="324063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7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8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9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005692" y="5347900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30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02edd2be64d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966272" y="6033837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겪는 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 대응에서 반복되는 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 이용 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 기능과 AI 분석 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 데이터를 연결하는 AI 분석 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 AI 서비스의 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 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 서비스의 한계와 교통분쟁 AI 서비스의 해결 방식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발표 흐름은 문제에서 근거 리포트까지 이어진다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84F7EF4-A6C2-DEBA-FD9F-D562FAE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0927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52F35FF-31EF-5806-44E9-51DD4E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22832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98BC18D-81D6-FCDB-6534-7D8CDC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2261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</a:t>
            </a:r>
            <a:r>
              <a:rPr sz="1500" b="1">
                <a:solidFill>
                  <a:srgbClr val="FFFFFF"/>
                </a:solidFill>
              </a:rPr>
              <a:t> </a:t>
            </a:r>
            <a:r>
              <a:rPr sz="1500" b="1">
                <a:solidFill>
                  <a:srgbClr val="FFFFFF"/>
                </a:solidFill>
              </a:rPr>
              <a:t>이용</a:t>
            </a:r>
            <a:r>
              <a:rPr sz="1500" b="1">
                <a:solidFill>
                  <a:srgbClr val="FFFFFF"/>
                </a:solidFill>
              </a:rPr>
              <a:t> </a:t>
            </a:r>
            <a:r>
              <a:rPr sz="1500" b="1">
                <a:solidFill>
                  <a:srgbClr val="FFFFFF"/>
                </a:solidFill>
              </a:rPr>
              <a:t>과정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F016C79-C3E0-4C27-8979-61B96A8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4928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입력부터</a:t>
            </a:r>
            <a:r>
              <a:rPr sz="1000">
                <a:solidFill>
                  <a:srgbClr val="BDBDBD"/>
                </a:solidFill>
              </a:rPr>
              <a:t> </a:t>
            </a:r>
            <a:r>
              <a:rPr sz="1000">
                <a:solidFill>
                  <a:srgbClr val="BDBDBD"/>
                </a:solidFill>
              </a:rPr>
              <a:t>리포트까지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FF081F76-E99E-ACA3-05F7-8259DB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9690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F01B166-5C71-DBD2-2AED-8A596D4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31595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B4E22657-5FF9-1D58-A0E0-FD3589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1024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</a:t>
            </a:r>
            <a:r>
              <a:rPr sz="1500" b="1">
                <a:solidFill>
                  <a:srgbClr val="FFFFFF"/>
                </a:solidFill>
              </a:rPr>
              <a:t> </a:t>
            </a:r>
            <a:r>
              <a:rPr sz="1500" b="1">
                <a:solidFill>
                  <a:srgbClr val="FFFFFF"/>
                </a:solidFill>
              </a:rPr>
              <a:t>분석</a:t>
            </a:r>
            <a:r>
              <a:rPr sz="1500" b="1">
                <a:solidFill>
                  <a:srgbClr val="FFFFFF"/>
                </a:solidFill>
              </a:rPr>
              <a:t> </a:t>
            </a:r>
            <a:r>
              <a:rPr sz="1500" b="1">
                <a:solidFill>
                  <a:srgbClr val="FFFFFF"/>
                </a:solidFill>
              </a:rPr>
              <a:t>구조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075874A-AA1E-F107-03BA-B37F155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3691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모듈</a:t>
            </a:r>
            <a:r>
              <a:rPr sz="1000">
                <a:solidFill>
                  <a:srgbClr val="BDBDBD"/>
                </a:solidFill>
              </a:rPr>
              <a:t> </a:t>
            </a:r>
            <a:r>
              <a:rPr sz="1000">
                <a:solidFill>
                  <a:srgbClr val="BDBDBD"/>
                </a:solidFill>
              </a:rPr>
              <a:t>분리와</a:t>
            </a:r>
            <a:r>
              <a:rPr sz="1000">
                <a:solidFill>
                  <a:srgbClr val="BDBDBD"/>
                </a:solidFill>
              </a:rPr>
              <a:t> </a:t>
            </a:r>
            <a:r>
              <a:rPr sz="1000">
                <a:solidFill>
                  <a:srgbClr val="BDBDBD"/>
                </a:solidFill>
              </a:rPr>
              <a:t>안전장치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5E33E9C-774E-E3DE-37CC-5E2F36D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38453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988E985-49A7-D58E-EB14-524BC36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40358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07</a:t>
            </a:r>
          </a:p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C32579B-1DD6-7ED8-A7CF-EB6F6D1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9787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</a:t>
            </a:r>
            <a:r>
              <a:rPr sz="1500" b="1">
                <a:solidFill>
                  <a:srgbClr val="FFFFFF"/>
                </a:solidFill>
              </a:rPr>
              <a:t> </a:t>
            </a:r>
            <a:r>
              <a:rPr sz="1500" b="1">
                <a:solidFill>
                  <a:srgbClr val="FFFFFF"/>
                </a:solidFill>
              </a:rPr>
              <a:t>범위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2C97307-4DBB-EF48-AB55-86F8974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42454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MVP</a:t>
            </a:r>
            <a:r>
              <a:rPr sz="1000">
                <a:solidFill>
                  <a:srgbClr val="BDBDBD"/>
                </a:solidFill>
              </a:rPr>
              <a:t>와</a:t>
            </a:r>
            <a:r>
              <a:rPr sz="1000">
                <a:solidFill>
                  <a:srgbClr val="BDBDBD"/>
                </a:solidFill>
              </a:rPr>
              <a:t> </a:t>
            </a:r>
            <a:r>
              <a:rPr sz="1000">
                <a:solidFill>
                  <a:srgbClr val="BDBDBD"/>
                </a:solidFill>
              </a:rPr>
              <a:t>평가</a:t>
            </a:r>
            <a:r>
              <a:rPr sz="1000">
                <a:solidFill>
                  <a:srgbClr val="BDBDBD"/>
                </a:solidFill>
              </a:rPr>
              <a:t> </a:t>
            </a:r>
            <a:r>
              <a:rPr sz="1000">
                <a:solidFill>
                  <a:srgbClr val="BDBDBD"/>
                </a:solidFill>
              </a:rPr>
              <a:t>계획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분쟁 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 증가 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 할증 영향으로 분쟁 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graphicFrame>
        <p:nvGraphicFramePr>
          <p:cNvPr id="95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5d6e3ff59a4112"/>
          </a:graphicData>
        </a:graphic>
      </p:graphicFrame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과실이 잡혔는지” 설명 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블랙박스가 있어도 무엇이 쟁점인지 알기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보험사·분쟁심의·법원 판단 기준을 구분하기 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사고자료를 사건 단위로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공식 기준·판례·심의사례를 함께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결과가 아니라 근거·한계·다음 행동을 보여제공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사각형: 둥근 모서리 67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 기사 추가하기</a:t>
            </a:r>
          </a:p>
        </p:txBody>
      </p:sp>
      <p:pic>
        <p:nvPicPr>
          <p:cNvPr id="77" name="그림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e2eb518742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 면책 사유가 아니라 감속 의무와 연결될 수 있음.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 것은 “정답을 단정하는 AI”가 아니라, 변수를 구조화하고 근거를 보여주는 AI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과실비율은 한 가지 정답보다 변수 구조화가 먼저다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6294F10A-57CD-4A2D-A6CA-5AE263B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비슷해 보이는 사고도 도로·증거·행동·고의성에 따라 결론이 달라집니다.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사각형: 둥근 모서리 60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52B1D-127F-4DD4-ABA6-B1CFF7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EE76B-538B-4E00-8B33-0B4B54A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59BE2-557C-481B-97A4-E98D899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03CF4-06DE-4BCE-826B-CABC135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판단 전 구조화, 근거 기반 답변, 다음 행동 리포트로 이어집니다.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9C2DD-2E7D-4A80-A036-21565F5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F9298-14D4-483C-AAA5-9C6F180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41C47-BD3C-4888-B71C-8F19ADA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사건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B6653-AC99-4A66-BBDE-0D5689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자료를 바로 판단하지 않고 필드로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85CE7-DF32-4275-A59F-E42E7B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E9B9A-E34A-488B-A8D7-4FD09D1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답변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82142-9098-4031-830F-2C37BD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출처를 함께 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716EA-3E7D-4C16-A8D9-CA8A66F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FCC45-8111-480A-8889-094A7D1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행동 연결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E343D-4A28-44B2-8D95-9BB39AB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문의 초안과 체크리스트까지 제공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a3066be75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66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7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8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9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0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1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2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912b4a90e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3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912b4a90e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4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3717336c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79" name="그래픽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20b4ed28e45fc">
            <a:extLst>
              <a:ext uri="{96DAC541-7B7A-43D3-8B79-37D633B846F1}">
                <asvg:svgBlip xmlns:asvg="http://schemas.microsoft.com/office/drawing/2016/SVG/main" r:embed="R2934f76e17354c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67239" y="486844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d98a196d9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72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3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4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8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112f63067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9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112f63067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0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8cf83a114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7CBD5-3F21-6889-765F-75F1CA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33F003-0A73-36A7-176C-CF07DC3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AAF99DD-3453-5D32-5EAC-A5E5632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1D7B50-4534-08BE-66C1-309938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85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6476502524e8d">
            <a:extLst>
              <a:ext uri="{96DAC541-7B7A-43D3-8B79-37D633B846F1}">
                <asvg:svgBlip xmlns:asvg="http://schemas.microsoft.com/office/drawing/2016/SVG/main" r:embed="Rd5747a59bf8b48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C4E866-CD7B-9E12-D9C7-DD00A29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123608-88C7-35AF-ACF9-09108E9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59A20EA-AA9B-3894-7849-6B943A0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pic>
        <p:nvPicPr>
          <p:cNvPr id="8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33ed4631f4b08">
            <a:extLst>
              <a:ext uri="{96DAC541-7B7A-43D3-8B79-37D633B846F1}">
                <asvg:svgBlip xmlns:asvg="http://schemas.microsoft.com/office/drawing/2016/SVG/main" r:embed="R0c3aa7f1f8ef4d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87751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d100467e8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6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c2877b940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7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c2877b940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8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ae57261f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93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26916f65473e">
            <a:extLst>
              <a:ext uri="{96DAC541-7B7A-43D3-8B79-37D633B846F1}">
                <asvg:svgBlip xmlns:asvg="http://schemas.microsoft.com/office/drawing/2016/SVG/main" r:embed="Rb493d7e5354843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94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26916f65473e">
            <a:extLst>
              <a:ext uri="{96DAC541-7B7A-43D3-8B79-37D633B846F1}">
                <asvg:svgBlip xmlns:asvg="http://schemas.microsoft.com/office/drawing/2016/SVG/main" r:embed="Rb493d7e5354843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pic>
        <p:nvPicPr>
          <p:cNvPr id="101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9f7a8ad2a4460">
            <a:extLst>
              <a:ext uri="{96DAC541-7B7A-43D3-8B79-37D633B846F1}">
                <asvg:svgBlip xmlns:asvg="http://schemas.microsoft.com/office/drawing/2016/SVG/main" r:embed="Re706b4d6062940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9f7a8ad2a4460">
            <a:extLst>
              <a:ext uri="{96DAC541-7B7A-43D3-8B79-37D633B846F1}">
                <asvg:svgBlip xmlns:asvg="http://schemas.microsoft.com/office/drawing/2016/SVG/main" r:embed="Re706b4d6062940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2192000" y="3202924"/>
            <a:ext cx="973947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6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b33864e87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7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8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9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0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1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2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3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3e44605ef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4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3e44605ef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5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1e61371e8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00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cce64c8c44eb4">
            <a:extLst>
              <a:ext uri="{96DAC541-7B7A-43D3-8B79-37D633B846F1}">
                <asvg:svgBlip xmlns:asvg="http://schemas.microsoft.com/office/drawing/2016/SVG/main" r:embed="Rac2ed7f6126544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1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cce64c8c44eb4">
            <a:extLst>
              <a:ext uri="{96DAC541-7B7A-43D3-8B79-37D633B846F1}">
                <asvg:svgBlip xmlns:asvg="http://schemas.microsoft.com/office/drawing/2016/SVG/main" r:embed="Rac2ed7f6126544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cce64c8c44eb4">
            <a:extLst>
              <a:ext uri="{96DAC541-7B7A-43D3-8B79-37D633B846F1}">
                <asvg:svgBlip xmlns:asvg="http://schemas.microsoft.com/office/drawing/2016/SVG/main" r:embed="Rac2ed7f6126544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가능성, 리스크, 추가 증거, 문의 초안, 리포트 다운로드까지 이어집니다.</a:t>
            </a:r>
          </a:p>
        </p:txBody>
      </p:sp>
      <p:pic>
        <p:nvPicPr>
          <p:cNvPr id="11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3f0ed69604a58">
            <a:extLst>
              <a:ext uri="{96DAC541-7B7A-43D3-8B79-37D633B846F1}">
                <asvg:svgBlip xmlns:asvg="http://schemas.microsoft.com/office/drawing/2016/SVG/main" r:embed="Re1b735c0701f4c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13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3f0ed69604a58">
            <a:extLst>
              <a:ext uri="{96DAC541-7B7A-43D3-8B79-37D633B846F1}">
                <asvg:svgBlip xmlns:asvg="http://schemas.microsoft.com/office/drawing/2016/SVG/main" r:embed="Re1b735c0701f4c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 AI 서비스의 결과물은 사용자가 스스로 검토·상담·대응할 수 있는 사건 리포트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사각형: 둥근 모서리 120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사각형: 둥근 모서리 128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직사각형 130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사각형: 둥근 모서리 132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직사각형 134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사각형: 둥근 모서리 136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사각형: 둥근 모서리 140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사각형: 둥근 모서리 141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8071"/>
            <a:ext cx="4074885" cy="859971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2443"/>
            <a:ext cx="3513364" cy="30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·과실비율 ·보험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ECFD2-3BD5-4B9D-A133-174D12F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D3B70-5C97-45CF-8E83-5D9EF4D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ACE57-FC70-46C3-B566-C4C06C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사용자가 겪는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917C8-6B2D-46DD-9129-91BD344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고지서, 과실비율, 보험 대응에서 실패 장면이 반복됩니다.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43A96-C541-4B77-89BA-B008063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5EFA3-F31B-4B8E-8BEC-8061FC0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07271-CF2F-458C-8577-EAE5756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절차 혼동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BF2E7-66FE-424B-925A-F9BF53D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과태료·범칙금·기한을 구분하기 어려움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8EE6A-C177-446E-AE94-2339D51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9EFF1-4AAC-43D2-BA78-D76242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부족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CCF7C-C417-4ED8-B9CC-B0A8577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보험사 주장을 검증할 자료가 흩어짐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8EAD5-9B55-4909-BAD3-8A03445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3977E-4FD4-4ED0-82F8-A52CCA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문서화 부담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72D73-5284-4FF1-9CC9-7279EE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사건을 정리하기 어려움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DE922A-53C0-4F52-B3F1-414677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CBA7E-C2A5-4E76-A418-1DDF0F4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9F7F35-94BC-4D6B-9E22-3F6EDF9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 이후 문제는 네 가지 영역으로 나뉜다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0C46C8-75CB-4D5E-8298-FB9B674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사용자의 질문을 먼저 영역별로 분류해야 올바른 분석 모듈을 호출할 수 있습니다.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664E80-0B62-444F-A219-E93274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96B329-0063-4922-9F35-55279C4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영역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64E81D-E3B9-47E0-8836-781BBE1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사용자 실패 장면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D0B850-C799-40C2-9CDB-9130272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연결 기능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A21851-A19D-4D83-A0C8-5D7ABEF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1CA95B-0C62-4C3B-A209-45A5F7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과태료/범칙금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6E1A21-5415-4AE8-8E91-F136CF6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05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고지 사유·기한·이의 가능성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2DE3D7-6014-4828-9D2C-A420871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문서 인식·유형 분기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0978B9-E7CB-43DA-9E9D-328B51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D97843-1915-45C4-9E1D-EEE93B8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교통사고 과실비율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DF097A-A005-43FD-8CC3-3306DB7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48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주장과 사용자 인식 차이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ED08E7-DE03-43F3-86B6-513983F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유사 판례·심의사례 검색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9ACB62-FF89-46CE-ACE7-20DA1D1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71634C-5B21-4229-88F0-42E713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법률 근거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45D615-1F3D-4AF5-BFA4-0C8063D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91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조문과 법률 용어 탐색 어려움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C06181-3F9E-44B6-BCD8-42DD53C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일상어를 법률 용어로 변환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29272C-2CC0-4FCF-AF44-EB6F0CA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99FD48-3D72-4C7A-B376-81335D7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상담/리포트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AED4589-6A57-4D21-8B8F-7FE9C6F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33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말로 설명한 사건을 문서화하기 어려움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6DE979-DDD0-486E-846C-6DA5C86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증거·한계·다음 조치 구조화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2A89AD-61C7-4F33-BB06-900775E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5057FA-7550-426D-B193-7F6F5C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A43A5F-E6CF-4856-A169-348B217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처분 종류를 구분해야 잘못된 대응을 줄일 수 있다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6CFE64-C86D-4EAB-8BD2-8BEEAE1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과태료, 범칙금, 벌점, 과실비율은 리스크와 다음 절차가 다릅니다.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49CA5C-8E71-435B-8944-011B0F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C54D3D-8876-4BA0-867E-6BEA06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FE295D-030C-44DE-A0A1-CB29595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558EE5-47E4-4FB8-B64A-278B0B3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행정질서 위반 금전 제재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87E50F-01F5-4F1A-A839-0026A79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기한·고지서 OCR·이의 가능성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F0AC86-5FDA-4BE2-AD57-B2ADF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4523D7-0B05-4C57-9B3B-792385F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6DBAE3-7FEB-4251-8261-2BC3A49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1DF830-228C-4F9A-852C-BC5B494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벌점과 진술 리스크 확인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6238FC-E767-4788-88AD-101BFA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78C516-7B7B-43C8-B655-DB00257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벌점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AF33A6-B4EC-4AE5-A3E5-7C02725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48A64E-096D-47EA-A9CC-C7BD2E6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단정형 문서 생성 제한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CF45AE-79A0-4793-B1ED-2236928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E37118-9D04-419A-BB2F-A08DC4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사고 과실비율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094C92-1848-4644-B4E6-873283C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A16AA2-622B-4C15-84E0-D11C64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보험금·분쟁심의·소송 가능성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DCFE01-1C67-48E3-B4C5-9F19DCA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설계 원칙: 억울함보다 객관적 근거·기한·증거·절차를 먼저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67D8AE-25C9-41E7-8BE5-1B6B67F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AED9FD-9DCB-49E8-948D-FCC3984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2120DE-F7F8-47D4-B01C-1879A39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사용자의 질문은 검토 가능한 사건 구조로 바뀐다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F17351-7674-4F1A-9E2A-A551961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질문을 바로 답하지 않고 분석 가능한 항목으로 나누는 것이 첫 단계입니다.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31806B-9B31-4DF7-9EB7-4562A68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B29E06-2FF7-4058-A705-3A42E0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29C574-B949-4ED8-806B-24789F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79A07B-DBE6-4B1E-A1E0-ABF4754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고지서 해석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C89CD8-F7EC-4381-8A87-A1EB2FD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처분·금액·기한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75DB63-E1A4-46D4-AC68-4F0E18C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C5FE95-A67C-4C45-8517-C17D37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B04AED-E043-42BC-881E-0F815A1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과실 근거 확인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E1BA4B-8C08-4CE9-BD28-F539B96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사고유형·행동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1571CA-983E-4509-9C29-E3E2F0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D8E1DE-8277-4C58-9C87-54AD0AC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FF250E-740A-49F3-92AF-45592D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증거 부족 판단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BA0222-F88C-4127-88BC-FF7B8F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사진·영상·위치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C2C645-C059-47C0-B642-5FF5F8D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DD2EE5-73C8-443F-82E3-2216106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DF9B65-B7CA-40B5-BC65-DA0DD60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유사 사례 검색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0F5D1C-F3E6-43D6-9A75-0404705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판례·심의사례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4BF7FD-67CF-4306-ACF3-D2FA3FE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5FA2AD-F135-4596-B64F-6B2C383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7F03B2-87A4-49DA-8CD2-63C11FF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리스크 판단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CE4DB24-38F4-49A3-9707-D728334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기한·진술·단정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96ED25-3BAE-4D5C-A50D-59E42A1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CEAB90-E0D5-4AEA-BCE6-67CE6E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8DF9A2-9102-4DC8-9DA9-3E19482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문서화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54DAD0-CC9F-4D8A-82D7-21997BA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초안·리포트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DAAC59-2F7A-42A8-95C6-6D8984B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핵심: 교통분쟁 AI는 질문을 '답변'이 아니라 '검토 가능한 사건'으로 바꾸는 데서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33F56F-06FE-4505-852B-C2C6B4B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91FF61-19E8-4C1E-A3D1-C50C8F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955C5D-CB00-4D1C-A1A1-CFF2F82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사례는 OCR보다 위험 분리가 중요하다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0D432F-879C-489F-8DFE-56754C5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도난·부득이한 사유·본인 운전 인정형 진술은 결과와 리스크를 크게 바꿉니다.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F54A8A-F876-42A6-9058-F474AE4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C5C19B-92D2-4ED0-BB51-45B93C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“불법주정차 과태료 고지서를 받았는데,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차를 도난당한 상태였고 이의신청을 해도 되는지 모르겠다.”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DCD417-9C1D-47AC-B738-D6D0694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FCBF11-2D61-4954-971E-7C9AA7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CA2AA0-03F9-4414-91C3-2365379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업로드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F99518-2070-4E47-9262-EB5C3B5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7183EA-FB8D-488B-9B4B-7AB571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3A2CB9-1198-4953-8E69-E68E57D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46F260-4FCB-45D9-B531-517B481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필드 추출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CD4B12-0064-49C8-864A-22D93E6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일시·장소·금액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1E6376-3E5E-4134-8B3F-7DDF540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B41B25-9A97-4828-8F46-DF78B90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E69D2C-A8A2-491A-9579-21E9D64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분기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67EC8C-B30B-44DD-B204-CBBC4AF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과태료/범칙금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E2DCB31-F605-4E88-A7F9-9B8398C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09A91A-FFF8-41FA-B448-E0BA260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69686D-05F7-4C14-B813-1119ACC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사유 검토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9F6D23-1C04-48F7-ADAF-2FDF93A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도난·기한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957B74-4009-4D53-B385-9605EE1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69CFEE-B0B9-4164-8D3E-67C24AB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27C499-51DE-41E6-B463-2CEE020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EDE149-8244-485A-B39A-7CB9309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위험·다음 조치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7BFBEA-0FCF-4FC0-83B9-428260A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9B5461-2263-476C-99EA-F6B6F31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4F5CD2-B388-4C12-AAFF-B6910C3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실패 지점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794ED5-47E3-424C-A9A9-BCEE62E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서비스 출력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F518A5-B818-4E80-B3BC-C0739FA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기한·법조문·금액을 읽기 어려움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6BF517-492F-43E2-8428-104BB0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진술 리스크를 구분하기 어려움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C36768-5886-4118-9CF4-FEA97F5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결과와 법적 리스크 분리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C60A62-0D83-425F-9505-9C1A90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인정 가능성과 부족 정보를 함께 안내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49ED2E-8ADA-4118-B277-6825E3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6B13EC-AD66-4398-B7A6-A419D00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A0B9F7-E203-4033-B970-7E6D020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사례는 정답보다 비교 출발점이 필요하다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B270E9-8F49-4898-B4A9-0E6E5B8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비슷한 사고라도 장소, 방향, 신호, 정지 여부가 빠지면 판단이 흔들립니다.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3EC4E3-84C5-4E09-A22B-02E2B5B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872B3C-0BE8-4C48-A4AA-0E001FD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“상대 차량이 진로변경을 했는데 보험사는 제 과실도 크다고 합니다.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비슷한 사례가 있나요?”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112EA8-3179-41C5-844F-68079F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EBD467-F8EE-4463-9FE3-8D076E5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1D6A8F-1272-41EF-8F1D-19115D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사고 설명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B50EA8-99E1-42DA-9C0D-46F2956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사용자 진술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50A925-CC3B-4F20-90C1-9728F9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B8CB13-4839-4CFC-8E8B-F4DB8FF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8B77BC-35F6-43B3-9EFB-77FFB66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구조화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74F15C-1819-4AAF-B595-CAD61D8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진로변경·차로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2F0A54-72C8-42F3-A908-24A197D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66FD08-B6B1-4826-9483-E17AEE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FD356C-D631-4D0D-B0CB-F843A9A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사례 검색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A4298C-C53B-45F2-A5C6-BA3571F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39C669-F57F-43AB-8A3F-C0BE958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E06EF1-25AC-4537-BD79-9E38F2A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57CA9B8-6C8F-4E3B-9705-A33376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비교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294798-0DC3-4882-815F-A153BEA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차이·한계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1C7166-E112-4E10-AC0F-5220D30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F0755E-8F43-40B1-B8EE-2F640C1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390B8E0-F318-49B8-A8C5-4E8F9E7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문의 초안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3B20058-4C74-442D-8298-D88A24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보험사 질문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827C9F-2981-43B3-9D66-A48353A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38D2F42-A6D8-4BC2-963E-A628CCA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서비스 출력: 유사 사례, 사실관계 차이, 부족한 증거, 보험사 질문 문구를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데이터 보안 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차별점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7E482-3C34-49F6-9589-9F08FD8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B76BF-C5D0-4F15-B522-489BD36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67901-FD15-4BE9-871B-0C76AA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C227F-6343-415E-AD73-DEA54D7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서비스의 강점 사이에 사건 단위 근거 리포트가 비어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E86A5-BDCF-45A2-AD00-E6B6C37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D234A-EE6E-4598-898C-31C23BD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D86FC-DE1D-4EDE-8475-EE2DDB2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공식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0FC68-EBD1-40A1-BE2E-1D22CCC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기준은 있지만 개인 사건 연결은 약함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4AD64-E3D6-4E03-BEF8-11BFE51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0DC67-D578-4B0F-95DE-D13254F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40309-0EFE-4C1C-825F-02523B5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접수·청구 중심으로 설계됨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E98E9-17EC-4E50-BDDF-661B3BE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2CA07-74D6-40BE-9CAC-2DEB5F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우리 위치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7D4ED-EFD1-4301-9C82-384931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셀프 점검용 근거 패키지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187418-CA93-466F-92C3-4EB48A8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7EFAB5-1AD5-40D9-8251-74CC1FA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E8A513-EB86-4264-9FF4-076E17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시장에는 기능이 있지만 조합이 부족하다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E1DED9-54D1-4C94-94CE-58FA45A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판례 검색은 존재하지만 자기 사건 기반 근거 리포트로 이어지지 않습니다.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B40F73C-1791-421E-BDA6-92E686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20ED82-2C94-4B05-B5ED-CC7070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86E901-9EC1-412B-BB4E-6AB8831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41F7A3-1F8E-4B05-8B5A-256633F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이미 있는 기능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233EFE-9F36-4728-9933-2117DE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아직 부족한 조합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B57EA8-19CE-47BC-BE7B-4FEE2F6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과태료·범칙금 조회/납부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4E4D04-0507-426F-B74E-F3D53B6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앱·콜센터 사고 접수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27742B-5166-4814-9B08-C34AF26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손상/청구 중심 보험 AI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09AEAB-5FA0-45DF-B06D-8130B6C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판례 검색·법률문서 생성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C801D9-AD8D-44DA-9D8E-3FC9B6F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OCR + 이의 가능성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2F2570-54E1-4701-B58E-C764979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 + 과실 근거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A423B4-698A-46C5-972C-4F056D2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 검색 + 출처 제시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EAB07D-E00D-4682-AEAB-7357787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소비자용 사건 리포트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021D48-D80A-47A9-9AC5-F0EC622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C63548-3396-480A-A36D-B0D83C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A98D1C-B592-4875-B0EC-27FFF29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각 서비스의 강점은 분명하지만 사용자 흐름은 끊긴다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9CF06D-E7C4-4FB2-B6C7-D224FE6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조회, 청구, 검색을 오가며 자기 사건을 직접 연결해야 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514AA7-3546-43E2-9698-9B05FFF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FFA978-7F06-496F-9B1C-669219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FAA1D4-13CF-478F-9CA7-A7B267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공공·공식 포털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01B332-C149-44BE-A81F-D13EC2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조회·납부와 공식 기준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1B75EF-B115-4B52-BB76-77906E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사건 리포트 연결 부족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E4012D-FA59-4DD5-B5E6-DA976B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C53752-A3C5-4F3D-BDF4-BB4246DF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과실비율 포털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A1E913-1129-4338-A50E-B98C7F1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인정기준·심의사례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3E814A-72B1-478A-9AE0-BA60C41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개인 자료 반영 부족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CDE625-C7E8-4917-B0F5-6FA9DB7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AB9105-E2EE-4BF5-923A-1607EF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AI/앱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7728F3-A319-4DEB-9E13-CD9E362B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청구·보상 처리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E2466A-C278-4B95-AD39-A2FF1D8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보험사 내부 흐름 중심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3FE352-BE0A-4059-8726-DABAB3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9175FC-483C-4B42-B21F-4F8C34B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FDE9F5-D7E9-4EAC-9E3C-97ECD02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 검색·문서작성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1F17AF-6443-4646-B562-C91F14C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교통분쟁 자료 연결 약함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5D3984-2E69-47EA-B322-92312A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16C161-F498-47D4-A43F-DDCFC54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일반 AI/검색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CF629A2-A572-48C1-BF12-47C4B05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A732F1-F9B5-4E76-B0E8-7BD197E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출처·보안 검증 약함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203508-7B78-4134-BF1C-2602B0F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5F5D70-5A02-4F77-85DC-90FBE1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91D9B3-0425-43C9-8694-723112D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우리 서비스의 위치는 상담 전 셀프 점검이다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C6AAA5-395D-4B44-965E-3453C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보험사 AI와 리걸테크 사이에서 사건 중심 근거 패키지를 제공합니다.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955AA7-5A0B-435A-B335-BCEBB7F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7BB8E5-DE02-4E89-BD4B-3F5D375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41D418-45BD-4595-9258-0B1F50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2675A5-E8A5-4FD8-9339-11BCF243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829AFE-7BFB-469F-B73B-93B5E7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20FDCB-A9D2-4D7E-8CB1-8BF2ABF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6BCBD4-60C7-4BE2-811E-C8FD09D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702A57-FEE3-4558-A55E-666DCEF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보험사 AI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02B7C9-70B1-47BF-8215-3257F5E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청구·손상 중심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33480DF-9207-4C45-993A-338787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A86D3B-10D9-4A39-8A46-C21A9C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9CBEFFD-1F00-4B74-8879-E375704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우리 서비스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8DBC4B-3365-413D-B687-F5B4822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342379-1EC1-4AFB-A86D-0982FCA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492C2A4-CF50-4BB4-9576-0E15EEF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8E8CFC-26F6-4E01-AEFC-AAF249B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BCF792-C593-49A6-BAAE-4DE1326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상담 전 셀프 점검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7E730E-0FDF-4F1D-B82F-837994A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차별화 축: 보험사 독립 + 이의 가치 사전 판단 + 판례·인정기준 검색 + 과태료까지 묶은 멀티에이전트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8A1CA9-B83D-4F51-B632-83490D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E4223E-9984-4413-9089-F927E3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DDF7BA-7134-4E29-9934-12873E1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차별점은 기능보다 안전한 판단 흐름에 있다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617C25-84A1-4CA4-B7CC-851B50F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무조건 이의신청을 권유하지 않고 근거·기한·증거·위험을 분리합니다.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0D7B8B-0D5C-4007-AAB4-155296C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A1CFF0-5D5D-442D-A913-277509C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9B9030-E83B-46C2-8970-52C8127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761873-8B7A-4C56-9873-8B64101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보험사와 분리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1AE4B2-1956-4602-B2B9-1602075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한정되지 않음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40325D-A5DD-4662-A319-505F046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2F8009-D5D7-492F-99BE-A4406B7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5B52"/>
                </a:solidFill>
              </a:defRPr>
            </a:pPr>
            <a:r>
              <a:rPr sz="2250" b="1">
                <a:solidFill>
                  <a:srgbClr val="E95B52"/>
                </a:solidFill>
              </a:rPr>
              <a:t>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1F8620-072F-4D11-AFCB-B4EB3B8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이의 전 검토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EDEFB6-B8CB-4FB7-B637-240FC1C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근거·기한·증거·위험 분리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04E58C-D39B-4795-AFB1-C896FB9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9DB972-C876-4C21-8C0E-12D37D7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5408DF-5684-414E-8810-E296406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판례·기준 연결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AB8CB7-67E8-4934-A5DA-192E2EE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법령·인정기준·심의사례 출처 제시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5F7C2B-3FBB-49C8-A00C-B66D7F8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AB00CD-0534-48BA-A9B7-A15A20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67A4C9C-6ED3-47B2-9580-09E2867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자가 대응 안전장치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BD0F89-EAC2-41B7-A93B-CAA850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제출·승소 보장 표현 제외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 ·사례검색 ·리포트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D7B10-9108-4A3E-93F2-3CBDA4C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C963D-300C-4B09-A75A-38AFE68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4E614-16B1-473F-9297-921331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67CF4-647B-4627-988B-5B35DAB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입력부터 리포트까지 사용자가 이해할 수 있는 흐름으로 설계합니다.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7CCE3-B963-46CA-8F2D-C780819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F9950-65BB-44A7-BE26-F735FA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52E08-0FCB-4ABA-9348-BF00BC8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617E8-704C-4F54-8EEF-4BDC854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 설명·고지서·사진·영상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CC9F2-7263-4CB4-9912-7A25ADC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DF5D6-C4D1-48CB-8606-55191F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분석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F0FED-2CA4-4821-B670-026FCD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문서 인식·근거 검색·사례 검색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12DA5-AF25-4BA8-B01A-D1D6562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C3EE5-D3DC-4B8F-B870-26C237B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F7A91-D032-4F2E-9444-BFABD0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근거·한계·다음 행동 리포트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345971-A3BC-4F6D-8D59-0B62A1F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BEB73F-208C-474F-8C67-04877F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1CDBDC-8A72-4303-9277-EF98D5B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사고자료는 입력 자동화에서 행동 연결까지 흘러간다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83D5E7-F7F3-4F90-9F31-CCBBA86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포털·보험사·법률 플랫폼·생성형 AI의 조각을 사건 중심으로 통합합니다.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3D0FF5-D20D-4F31-92F0-8A4563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060EC2-B457-485C-A2EE-35D19C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59A7B2-66A1-4EC5-98D4-5868F92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3FB7A3-B06D-4E56-A671-4AD4E4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자동화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DD5A4F-6375-4DC1-8E60-FABECD7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고지서·설명·사진·영상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B6F58C-6EC6-494C-859B-554FDC9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FD5F93-8C29-4CAE-A382-365D33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648D3C-0441-4912-8B40-4691CD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상황 구조화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D46D3B-9512-4862-8066-83167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유형·도로·행동·증거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69D775-9B3B-467C-8E63-E3AA0BC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02745F-946E-49DA-9A4D-E2C8966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B76C68-B5F9-40DE-BF65-7799C3C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3B6F8E-56DA-406D-866E-05F8BB9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법령·기준·판례·심의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89E440-228F-4964-92F5-5ACEF02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10C159-6C79-4520-94FA-91AED3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7CCC8A-66E0-4B76-903E-2D3C68D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행동 연결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18D15B-795C-4F4E-917E-F9CC0D7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체크리스트·문의 초안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46D90B-E6E3-46B1-9885-60263906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EE2534-E356-4B92-9C9D-5811FA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결과물은 판단 확정이 아니라 사용자가 다음 대화를 준비할 수 있는 근거 패키지입니다.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EC9AFE-16D7-4BFC-87B3-1C5A33D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016421-73D4-489F-8E57-DC11CBB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F43389-0913-4CAC-9165-010DDC1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인식은 필드 추출과 이의 검토로 나뉜다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8551AC-89D3-4D8E-A932-4B45C5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원문 전체를 그대로 처리하기보다 필요한 필드와 위험 패턴을 분리합니다.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4A925E-A137-461F-99A7-35F9275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2C5350-1827-4208-B5BD-0B9A511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CEB7CE-A099-4603-8907-8399BF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607F43-82AD-4BEA-AED2-5945543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문서 인식 분석 모듈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7F1860-3709-4390-83A2-9199238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Appeal 분석 모듈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0EF5C4-1A03-43F7-87EE-FF99491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위반일시·장소·유형·금액·기한 추출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E6BA89-BF4A-4F13-9133-93A174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누락 필드는 추가 확인 요청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325DB7-160F-4E4B-A1DC-C18B5F74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전체보다 필드 중심 처리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8C5672-7EE8-4CDF-897E-06BB57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도난·제3자 운전 등 사유 구분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1A2E1B-B2A4-4AE7-9DD2-BD168BF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가능성과 리스크 분리 표시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887629-906D-40CF-B03D-C7A13F6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 불명확 시 경고와 한계 표시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456FF3-4564-4677-BE8E-B2D6E3B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820314-A76E-4BF2-8C53-D706EC0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6A4A89-7567-42CA-A0A9-7538434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상담 리포트는 보험사 대화와 전문가 상담의 준비물이 된다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6BA4EE-5BA7-4715-8E31-2C19A6B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한계, 다음 행동을 한 페이지 안에서 확인하게 만듭니다.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0D8B4A-6938-45A5-96EB-2FE05D0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81F88E-8C49-4070-9CEC-85B34C0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33D670-D3EB-49DF-B825-00A3F18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사건 요약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2177CE-0DF1-4957-95FB-20826EA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사고유형·당사자 주장·제출 자료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05317A-E026-4B95-9F3A-921492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E98153-A628-41EF-AEA4-1E6860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6301A7-4737-49E0-A813-16E44F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법령·판례·심의사례·과실기준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360E6C-B3DB-4160-BB7F-146BB1F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C2D109-81AA-4DD8-A7A3-EBF17D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한계·주의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7835A4-F515-454C-BF6E-DA5A78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부족한 증거와 단정 불가 영역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B4CCEA-A8F5-4BCB-B2B5-48BEA1D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8F8F90-1674-4B72-8919-7DDC9EC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다음 행동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5FB378-9735-470F-9983-350484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보험사 문의 문구·증거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·영상 ·법률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2316-DB00-44B2-8A78-69F6140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C20D5-9F6E-4AD7-8B8F-9957B93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7C850-282F-49FB-B200-4256E96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FEB75-F14E-44B9-B3A2-8E3EB20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문서·영상·법률 데이터를 모듈로 나누고 Supervisor가 병합합니다.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75EA3-503F-4990-9E5B-E9A410F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729D2-DDBB-4821-A2C4-B713D64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11871-DD92-4B9A-9A71-80B3700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모듈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07CD3-BF15-422F-BBDC-53D02CA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오류 유형별로 검증 기준을 다르게 적용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7A55B-D68D-4397-BEC2-FEA5263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57F73-4C05-4669-B01B-935E074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검색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6E9E-6F8D-4954-B5C5-D517525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법령·사례 source를 분리해 추적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C10DB-C037-4C92-ADE4-77EDE84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47950-B3A9-4532-A2BA-2202450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안전장치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3E76E-1146-4E44-A118-488C44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단정 대신 근거와 한계를 표시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12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14f86a46241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49F42-D938-42E4-9D5B-0B119A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9571A-D4A4-44A2-87EB-E6A810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DEA5C-3B62-4CEF-9735-5DABE2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구현 범위와 기대효과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7A11C-D1A8-4D25-84B7-30523A0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MVP는 검증 가능한 기능에 집중하고 위험한 자동화는 제외합니다.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AE391-D968-4EA4-8D5E-967969D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83F37-8557-4F80-8016-FD3C128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D4B3C-C802-4541-9D01-307B619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MVP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09919-7A85-4095-9165-5CC2009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고지서·사고 설명·근거 검색·리포트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87B58-EDB8-4487-BFE0-CA9750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68FF5-3710-4021-8DD4-3D7DA8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평가 계획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D759F-59DA-4999-8B13-9F7523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모듈별 정확도와 안전장치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975BA-04C7-4ED2-9B47-A455A3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0FCD7-5558-4AB2-9053-76217A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E332A-B0DA-44F0-B732-EBF59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실제 사고 샘플 기반 E2E 보강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768100-9CDE-46A6-A9A7-1AE625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34A804-D7ED-4668-87F0-56DD95F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9F8260-1692-4255-8964-CD94111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MVP는 검증 가능한 기능에 집중한다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DB1176-2EB8-4589-BDAA-8335F6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위험한 자동화와 단정 표현은 후순위로 두고 근거 리포트 흐름을 먼저 완성합니다.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B60CAB-424B-4F9B-823B-F6B086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086EE0-DF42-4FC0-B726-E03ADD5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96E0B7-5ACC-40B5-9E40-5AE24AB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28334C-E072-44DF-917E-2664FB5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MVP에 포함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44D66E-1E91-476C-9F35-F83FE34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후순위 / 제외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D6A4C6-B7E1-4116-AFC3-ECC5FE4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5D1BFD-0A52-4D2D-BCF3-5E34AC0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 설명 + 이미지/영상 구조화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442587-F637-4B36-A0A9-9F34C0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법령·기준·유사사례 검색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35EA69-6885-4069-85D0-3AB2AE8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부족한 증거 체크리스트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8327F9-F370-4BF8-973D-CC2684F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 또는 대리 신청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D4FF70-FBA3-47FC-A2A5-ADFCC3A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승소·과실비율 확정 표현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08EFF4-EEE3-4FB4-807B-F9A1BD70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전문가 연결 수익화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35A28E-72C0-4D97-92BB-9A52A21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상황 자동 판정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3218B3-A259-465F-94D6-9255C9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46D64F-EF13-4F8B-B35E-45FF684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AD3684-E6FF-48D4-8B91-8F2768E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현재 구현은 데모 가능한 흐름과 한계를 함께 보여준다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2BF368-6BB4-445F-87A9-A7872C1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완성된 부분과 아직 아닌 부분을 분리해야 발표의 신뢰도가 올라갑니다.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30E4C9-9C81-434C-BC4C-39012BD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555038-4CA4-4871-8921-06047A6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B233C1-D73C-4102-B81E-30F3062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F1D1D1-7152-4E13-88A9-CE798E2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현재 강조할 것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838B0E-0E7F-4D09-BC55-FB0B31C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한계와 Next Step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1F60CC-0740-4745-BE03-968B6EF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 기반 처분 정보 추출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D22D23-5D0F-4A6D-BA5B-766DB45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법령·과실비율 사례 검색 기반 답변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0907C9-AB70-47C6-82E1-B0CCA0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상담 결과 리포트와 이력 확인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6D9F0C-9B92-41EE-AC56-55BDC5D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검사와 개인정보 보호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1B43A7-2B52-49F4-9085-FBFB470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내부 데이터는 아직 미사용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C889C8-7FA3-4E35-94C1-F167F1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자동 판정은 후순위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A29948-57E3-47BB-972F-43A8FF7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자가 대응 도구로 범위 제한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7D4923-E815-431C-80F3-FDC49F3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실제 사고 샘플 기반 E2E 보강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AI가 필요한 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F21AA1F-1EDC-9866-6F00-6B977E8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2" y="-12191"/>
            <a:ext cx="12313185" cy="1959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073CF9-FB27-4BF9-959B-A61D6EB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66" y="3855130"/>
            <a:ext cx="8678444" cy="1421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보험연구원·한국보험신문: 과실비율 분쟁 증가 및 국민인식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IT동아/Daum: 교통사고 과실비율 판단 변수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자동차사고 과실비율 정보포털: 공식 기준·심의사례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국가법령정보센터: 도로교통 관련 법령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개인정보보호위원회·OWASP LLM Top 10: 보안 기준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E1C8AB-9C9E-489C-A045-BFA67D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621449-F1B2-B05C-0F95-3662F64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cja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438AA-BA8C-45B3-B1BB-ED88465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1D499-2F92-4CA2-A72A-FE509EC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39/40  참고자료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81154-82FF-41AC-ACD7-B7158C8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참고자료는 시장·공식기준·보안을 분리해 제시한다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D7C45-2668-4422-A434-A67D956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 근거가 어디에서 왔는지 마지막에 한 번 더 정리합니다.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7D798-78D3-4E87-B9E1-C36FF28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45D16-7154-4661-BF04-49F2773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B9DAE-7F89-4A92-9079-EA6915A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시장/인식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76057-62EE-490B-A9BD-0AD0263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보험연구원·한국보험신문</a:t>
            </a:r>
          </a:p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과실비율 분쟁 증가 및 국민인식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3BE01-39A1-4C68-A41B-25D3949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4EF28-E0B6-4E84-8A0F-6A4D8DE4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35BA1-8A95-4169-AC79-6257671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IT동아 / Daum</a:t>
            </a:r>
          </a:p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교통사고 과실비율 판단 변수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D25C9-7C79-4DE6-A94B-70CB113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BF591-B044-446B-99F2-A8FCB69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공식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3193D-D682-43C9-BFCD-4BF70EE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자동차사고 과실비율 정보포털</a:t>
            </a:r>
          </a:p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공식 기준·심의사례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BA2C5-D7A9-48BF-ACAE-54E9119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5960A-3554-42C7-8975-F3E2BA0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5E96B-231A-41D5-AE5D-D982E8C1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도로교통 관련 법령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98331-84D4-478F-B71D-EC48559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2C079-A89D-4512-BE7C-B986DB5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보안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D9424A-63AE-4BDF-B717-278B354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개인정보보호위원회·OWASP LLM Top 10</a:t>
            </a:r>
          </a:p>
          <a:p xmlns:a="http://schemas.openxmlformats.org/drawingml/2006/main">
            <a:pPr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개인정보·LLM 안전 기준</a:t>
            </a:r>
          </a:p>
        </p:txBody>
      </p:sp>
    </p:spTree>
    <p:extLst>
      <p:ext uri="{BB962C8B-B14F-4D97-AF65-F5344CB8AC3E}">
        <p14:creationId xmlns:p14="http://schemas.microsoft.com/office/powerpoint/2010/main" val="4460065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상담·분석 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FE417-1B8D-4056-AA47-2D3E576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87E04-C117-4FCA-A6BD-CF1B59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252EC-49FB-4AC3-A526-01E250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9C9C9"/>
                </a:solidFill>
              </a:defRPr>
            </a:pPr>
            <a:r>
              <a:rPr sz="195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6F5E0-2473-4296-AD02-F4368E6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5FAB6-46B5-4072-A9E7-4861F37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8FF27-FB82-4893-B066-25FF9DC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확정 판정이 아닌가요?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F33C0-552C-4C59-936B-9EA89C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 리포트와 다음 행동을 제공합니다.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31060-3CDE-477B-ACDA-06ACBD2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422A8-7418-4A31-B09A-DA6FD8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B1722-2B00-439C-BA86-58FD811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한정하지 않습니다.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BAA79-0F64-409A-A164-9CD4F7F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C44D1-8BA6-429E-A918-1A2C79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개인정보는 안전한가요?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EFC38-F08D-411D-A91E-6160725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권한·파일 검사·최소 저장을 전제로 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6C5EE-6DB5-44FF-8B19-14CE2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A2EE4-078B-492B-AEAD-23CDD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MVP 한계는 무엇인가요?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5687-1239-4496-92D7-5E3E37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제출과 확정 표현은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2026-07-08T06:47:59.4960000Z</dcterms:created>
  <dcterms:modified xsi:type="dcterms:W3CDTF">2026-07-08T06:47:59.4960000Z</dcterms:modified>
</coreProperties>
</file>